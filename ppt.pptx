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3" d="100"/>
          <a:sy n="43" d="100"/>
        </p:scale>
        <p:origin x="-528" y="-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3400" y="685800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This is the change I am making for the </a:t>
            </a:r>
            <a:r>
              <a:rPr lang="en-US" dirty="0" err="1" smtClean="0"/>
              <a:t>git</a:t>
            </a:r>
            <a:r>
              <a:rPr lang="en-US" dirty="0" smtClean="0"/>
              <a:t> tracking. Is </a:t>
            </a:r>
            <a:r>
              <a:rPr lang="en-US" dirty="0" err="1" smtClean="0"/>
              <a:t>ko</a:t>
            </a:r>
            <a:r>
              <a:rPr lang="en-US" dirty="0" smtClean="0"/>
              <a:t> </a:t>
            </a:r>
            <a:r>
              <a:rPr lang="en-US" dirty="0" err="1" smtClean="0"/>
              <a:t>aur</a:t>
            </a:r>
            <a:r>
              <a:rPr lang="en-US" dirty="0" smtClean="0"/>
              <a:t> </a:t>
            </a:r>
            <a:r>
              <a:rPr lang="en-US" dirty="0" err="1" smtClean="0"/>
              <a:t>thoda</a:t>
            </a:r>
            <a:r>
              <a:rPr lang="en-US" dirty="0" smtClean="0"/>
              <a:t> change </a:t>
            </a:r>
            <a:r>
              <a:rPr lang="en-US" dirty="0" err="1" smtClean="0"/>
              <a:t>karte</a:t>
            </a:r>
            <a:r>
              <a:rPr lang="en-US" dirty="0" smtClean="0"/>
              <a:t> </a:t>
            </a:r>
            <a:r>
              <a:rPr lang="en-US" dirty="0" err="1" smtClean="0"/>
              <a:t>hai.Thoda</a:t>
            </a:r>
            <a:r>
              <a:rPr lang="en-US" dirty="0" smtClean="0"/>
              <a:t> </a:t>
            </a:r>
            <a:r>
              <a:rPr lang="en-US" dirty="0" err="1" smtClean="0"/>
              <a:t>aur</a:t>
            </a:r>
            <a:r>
              <a:rPr lang="en-US" smtClean="0"/>
              <a:t/>
            </a:r>
            <a:br>
              <a:rPr lang="en-US" smtClean="0"/>
            </a:br>
            <a:r>
              <a:rPr lang="en-US" smtClean="0"/>
              <a:t/>
            </a:r>
            <a:br>
              <a:rPr lang="en-US" smtClean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</Words>
  <Application>Microsoft Office PowerPoint</Application>
  <PresentationFormat>On-screen Show (4:3)</PresentationFormat>
  <Paragraphs>1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This is the change I am making for the git tracking. Is ko aur thoda change karte hai.Thoda aur  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the change I am making for the git tracking.</dc:title>
  <dc:creator>Shambhaji Naik</dc:creator>
  <cp:lastModifiedBy>shamb</cp:lastModifiedBy>
  <cp:revision>3</cp:revision>
  <dcterms:created xsi:type="dcterms:W3CDTF">2006-08-16T00:00:00Z</dcterms:created>
  <dcterms:modified xsi:type="dcterms:W3CDTF">2025-12-22T03:51:42Z</dcterms:modified>
</cp:coreProperties>
</file>