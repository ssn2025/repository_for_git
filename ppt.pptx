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-5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This is the change I am making for the </a:t>
            </a:r>
            <a:r>
              <a:rPr lang="en-US" dirty="0" err="1" smtClean="0"/>
              <a:t>git</a:t>
            </a:r>
            <a:r>
              <a:rPr lang="en-US" dirty="0" smtClean="0"/>
              <a:t> tracking. Is </a:t>
            </a:r>
            <a:r>
              <a:rPr lang="en-US" dirty="0" err="1" smtClean="0"/>
              <a:t>ko</a:t>
            </a:r>
            <a:r>
              <a:rPr lang="en-US" dirty="0" smtClean="0"/>
              <a:t> </a:t>
            </a:r>
            <a:r>
              <a:rPr lang="en-US" dirty="0" err="1" smtClean="0"/>
              <a:t>aur</a:t>
            </a:r>
            <a:r>
              <a:rPr lang="en-US" dirty="0" smtClean="0"/>
              <a:t> </a:t>
            </a:r>
            <a:r>
              <a:rPr lang="en-US" dirty="0" err="1" smtClean="0"/>
              <a:t>thoda</a:t>
            </a:r>
            <a:r>
              <a:rPr lang="en-US" dirty="0" smtClean="0"/>
              <a:t> change </a:t>
            </a:r>
            <a:r>
              <a:rPr lang="en-US" dirty="0" err="1" smtClean="0"/>
              <a:t>karte</a:t>
            </a:r>
            <a:r>
              <a:rPr lang="en-US" dirty="0" smtClean="0"/>
              <a:t> </a:t>
            </a:r>
            <a:r>
              <a:rPr lang="en-US" dirty="0" err="1" smtClean="0"/>
              <a:t>hai.Thoda</a:t>
            </a:r>
            <a:r>
              <a:rPr lang="en-US" dirty="0" smtClean="0"/>
              <a:t> </a:t>
            </a:r>
            <a:r>
              <a:rPr lang="en-US" dirty="0" err="1" smtClean="0"/>
              <a:t>aur</a:t>
            </a:r>
            <a:r>
              <a:rPr lang="en-US" dirty="0" smtClean="0"/>
              <a:t>. </a:t>
            </a:r>
            <a:r>
              <a:rPr lang="en-US" dirty="0" err="1" smtClean="0"/>
              <a:t>Thoda</a:t>
            </a:r>
            <a:r>
              <a:rPr lang="en-US" dirty="0" smtClean="0"/>
              <a:t> </a:t>
            </a:r>
            <a:r>
              <a:rPr lang="en-US" dirty="0" err="1" smtClean="0"/>
              <a:t>aur</a:t>
            </a:r>
            <a:r>
              <a:rPr lang="en-US" dirty="0" smtClean="0"/>
              <a:t>. </a:t>
            </a:r>
            <a:r>
              <a:rPr lang="en-US" dirty="0" err="1" smtClean="0"/>
              <a:t>Thoda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aur</a:t>
            </a:r>
            <a:r>
              <a:rPr lang="en-US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This is the change I am making for the git tracking. Is ko aur thoda change karte hai.Thoda aur. Thoda aur. Thoda sa aur.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change I am making for the git tracking.</dc:title>
  <dc:creator>Shambhaji Naik</dc:creator>
  <cp:lastModifiedBy>shamb</cp:lastModifiedBy>
  <cp:revision>5</cp:revision>
  <dcterms:created xsi:type="dcterms:W3CDTF">2006-08-16T00:00:00Z</dcterms:created>
  <dcterms:modified xsi:type="dcterms:W3CDTF">2025-12-22T03:58:38Z</dcterms:modified>
</cp:coreProperties>
</file>