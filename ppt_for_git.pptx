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3" d="100"/>
          <a:sy n="43" d="100"/>
        </p:scale>
        <p:origin x="-580" y="-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685800"/>
            <a:ext cx="7772400" cy="1470025"/>
          </a:xfrm>
        </p:spPr>
        <p:txBody>
          <a:bodyPr/>
          <a:lstStyle/>
          <a:p>
            <a:r>
              <a:rPr lang="en-US" dirty="0" smtClean="0"/>
              <a:t>This is the change I am making for the </a:t>
            </a:r>
            <a:r>
              <a:rPr lang="en-US" dirty="0" err="1" smtClean="0"/>
              <a:t>git</a:t>
            </a:r>
            <a:r>
              <a:rPr lang="en-US" dirty="0" smtClean="0"/>
              <a:t> </a:t>
            </a:r>
            <a:r>
              <a:rPr lang="en-US" dirty="0" smtClean="0"/>
              <a:t>tracking.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This is the change I am making for the git tracking.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the change I am making for the git tracking.</dc:title>
  <dc:creator>Shambhaji Naik</dc:creator>
  <cp:lastModifiedBy>shamb</cp:lastModifiedBy>
  <cp:revision>1</cp:revision>
  <dcterms:created xsi:type="dcterms:W3CDTF">2006-08-16T00:00:00Z</dcterms:created>
  <dcterms:modified xsi:type="dcterms:W3CDTF">2025-12-20T04:03:51Z</dcterms:modified>
</cp:coreProperties>
</file>